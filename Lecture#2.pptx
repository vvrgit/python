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3" r:id="rId3"/>
    <p:sldId id="284" r:id="rId4"/>
    <p:sldId id="286" r:id="rId5"/>
    <p:sldId id="287" r:id="rId6"/>
    <p:sldId id="288" r:id="rId7"/>
    <p:sldId id="290" r:id="rId8"/>
    <p:sldId id="302" r:id="rId9"/>
    <p:sldId id="304" r:id="rId10"/>
    <p:sldId id="289" r:id="rId11"/>
    <p:sldId id="292" r:id="rId12"/>
    <p:sldId id="303" r:id="rId13"/>
    <p:sldId id="293" r:id="rId14"/>
    <p:sldId id="294" r:id="rId15"/>
    <p:sldId id="295" r:id="rId16"/>
    <p:sldId id="296" r:id="rId17"/>
    <p:sldId id="297" r:id="rId18"/>
    <p:sldId id="299" r:id="rId19"/>
    <p:sldId id="298" r:id="rId20"/>
    <p:sldId id="300" r:id="rId21"/>
    <p:sldId id="30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E91"/>
    <a:srgbClr val="D1DAFF"/>
    <a:srgbClr val="FFFFFF"/>
    <a:srgbClr val="164F8F"/>
    <a:srgbClr val="184F90"/>
    <a:srgbClr val="105498"/>
    <a:srgbClr val="18509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02" autoAdjust="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BA0C7-BE67-48D5-BD35-DA5DB3D3A476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67D57-D457-4EAE-BF4F-2FDE0C552E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E15A-8ED6-8531-ACA3-5CE122589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7DFD0-D83B-EBC4-CEFB-E8BCBC290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329BF-34AB-6B7C-2221-C7471337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29E6E-63F9-4FC7-8CFE-B57C7A78BC4B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5F78E-7794-F036-28F3-88211ACD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43C1D-8CA2-9094-5D87-C15A9973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8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9628-5864-D26E-C525-65E3E5BA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47314-70E0-2292-24E3-AB5D75A3E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1846E-FBFF-1E2E-99A4-BE0E4E06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0818-8EE1-434A-BBF0-6B5B0F8B399A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4DED9-C0B4-116E-2505-1DBDB66A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32EF-85F9-6967-DAF1-FD8F5653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4261-5AB7-0C17-0691-FAC080764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323B7-BFB6-CB47-54A2-D9047A013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65AF4-438B-B3E9-E401-90F0D5C0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798-9A3B-4036-954B-2D9430223118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9C8DE-9A32-A5C0-0E13-05A74F382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8E43D-0D9C-7B2E-C87D-4680F225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4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2B64-C63E-44E9-2506-8D19BCE1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2EBF-C5BF-83EF-F061-70599F4F7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F7818-064D-B14D-C27C-DBFF56D9C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98F46-BD53-3CDC-1C65-41CC5EC54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F325-7C2A-41C0-AFE6-51DB9093C165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5A4F0-E8D7-9512-2938-CC32A109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8909C-21EB-59DF-39FF-210F6306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6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6C29-DA86-6F21-8709-CCB3B948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9C9AC-3485-C255-51FE-BF2807C85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4E693-EB5D-0123-AE87-7BEAA5F8D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2530E-CA4A-F62C-C8E7-7A271E23F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2A2CC-C818-7B55-C1D7-E81B96CA0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0ADFDB-C373-CB11-8A66-84DE595D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ADB4-3FD1-4E07-A2B9-98A69C71E907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2E257-BED6-EEE0-2F86-D12E9B4C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6BED7-9CDB-5725-CB58-D080D33C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7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BB1D-580F-5132-C23E-B9CD688E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580E1-1188-F78F-DBDB-BD60F976B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62F3-9D45-4AE9-AAC2-89F814DABB88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376EA-12EF-2180-D39D-32B344DD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EC9DB-DCC3-B1AB-587D-7D5D1DFE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74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57248-1ACE-B0B5-9242-19E7C1473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E71-A404-4C6B-BA20-EBBC64FC893D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B83C30-0C93-9307-2564-157C4493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E16DA-E589-FA88-4D7C-103B1A6A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6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4F56-B781-88DE-B5CF-8666E168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48CB4-7C73-57F6-4C1F-6C475FF92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CB3E8-9234-B7F9-0909-B0DDAA520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25712-9136-2D26-AB91-5E8C187F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552DD-4519-4609-B804-D5D4D97D21E7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51FC2-9B9E-5567-DCBC-97BA5F12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D5149-27C1-FBF9-584D-0CDCAADD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5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ECB5-0124-E4AB-796D-4DD2001A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109C8-FE9F-0C66-9C71-8C3DDAE55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CBBC3-C85A-2A3F-441B-71C12E1B7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CC9F9-8D8B-FF83-A7D0-ECAE1A08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7FBA-9928-479F-A232-A50A482B881F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17425-9B0E-9676-ADA4-8456000A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C69FA-8AB7-BCF6-F761-4FAE3861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0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38D7-ED46-1642-DC1A-3A465BB2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E15FD-A10E-BAF8-E05C-538407F87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DE2C9-0FB1-E71A-FB85-9648E018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516C-6EE7-4F99-A3E1-1C2A5FC4A80F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025A5-BF35-212A-9794-5B9117B8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2621E-0398-079F-48B0-4E9BF4D8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0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85918-5C87-9CA6-5F8A-9772EFAB8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2CDE8-2A9D-A636-8E8E-D9BC332C9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A6C24-D833-818E-EA16-DF647970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10B26-6DF6-41E7-9E79-2F8F2A1599E8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E245-B4A4-F43F-404C-840EF95B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5E3AB-A1E1-E9C0-F70E-E74A4DF4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7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DC4ECF-2932-CCE3-D471-28AEE158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F014-55A0-15E8-570C-9924061EA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C8E4-76AA-BD7E-E8F5-883744F5A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9BFC8-5C74-495F-A3BA-0D466EB87652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CE52D-3D9F-AC04-8299-E6328C65F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F1DD0-ABF1-D159-6BFD-2D7BD5284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0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python.org/download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hyperlink" Target="https://code.visualstudio.com/downloa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ettings/copilot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C027CC2F-7B4F-AA9B-4D81-E98F83DF2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42C3F97-7163-10DB-A067-B3F1568C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6A9F-AD96-4D7B-9874-EB7A5E6B8FED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743A2CC-628E-6D6B-CB09-6DD9562D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43BD2A-3656-4EFB-EE81-1532C7D1499D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A3A666-1D60-C481-FA38-2B6816EEF98A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5B2BB8-BCBA-3DA1-A07C-DCC08FAF71AB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School of Computer Science and AI, SR University</a:t>
              </a:r>
              <a:endParaRPr lang="en-US" sz="20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1643550-BC90-31DB-C96C-291D61ED3D0D}"/>
              </a:ext>
            </a:extLst>
          </p:cNvPr>
          <p:cNvSpPr txBox="1"/>
          <p:nvPr/>
        </p:nvSpPr>
        <p:spPr>
          <a:xfrm>
            <a:off x="109909" y="3949851"/>
            <a:ext cx="5525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64F8F"/>
                </a:solidFill>
              </a:rPr>
              <a:t>Dr. Venkataramana Veeramsetty</a:t>
            </a:r>
          </a:p>
          <a:p>
            <a:r>
              <a:rPr lang="en-US" sz="2400" b="1" dirty="0">
                <a:solidFill>
                  <a:srgbClr val="164F8F"/>
                </a:solidFill>
              </a:rPr>
              <a:t>Professor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852DD20-2BA1-1097-A1A8-83E90344B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089553"/>
              </p:ext>
            </p:extLst>
          </p:nvPr>
        </p:nvGraphicFramePr>
        <p:xfrm>
          <a:off x="109910" y="1273306"/>
          <a:ext cx="6053328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7247">
                  <a:extLst>
                    <a:ext uri="{9D8B030D-6E8A-4147-A177-3AD203B41FA5}">
                      <a16:colId xmlns:a16="http://schemas.microsoft.com/office/drawing/2014/main" val="1381312057"/>
                    </a:ext>
                  </a:extLst>
                </a:gridCol>
                <a:gridCol w="2474464">
                  <a:extLst>
                    <a:ext uri="{9D8B030D-6E8A-4147-A177-3AD203B41FA5}">
                      <a16:colId xmlns:a16="http://schemas.microsoft.com/office/drawing/2014/main" val="242157776"/>
                    </a:ext>
                  </a:extLst>
                </a:gridCol>
                <a:gridCol w="265555">
                  <a:extLst>
                    <a:ext uri="{9D8B030D-6E8A-4147-A177-3AD203B41FA5}">
                      <a16:colId xmlns:a16="http://schemas.microsoft.com/office/drawing/2014/main" val="446022343"/>
                    </a:ext>
                  </a:extLst>
                </a:gridCol>
                <a:gridCol w="578286">
                  <a:extLst>
                    <a:ext uri="{9D8B030D-6E8A-4147-A177-3AD203B41FA5}">
                      <a16:colId xmlns:a16="http://schemas.microsoft.com/office/drawing/2014/main" val="30741803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65650034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4236025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82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AI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Assisted Problem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Solving Using Python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Programming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047256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0780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9565CE-F940-4E40-840E-05DAAD5EF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604102"/>
              </p:ext>
            </p:extLst>
          </p:nvPr>
        </p:nvGraphicFramePr>
        <p:xfrm>
          <a:off x="6249563" y="1273306"/>
          <a:ext cx="2994839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4839">
                  <a:extLst>
                    <a:ext uri="{9D8B030D-6E8A-4147-A177-3AD203B41FA5}">
                      <a16:colId xmlns:a16="http://schemas.microsoft.com/office/drawing/2014/main" val="244376517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Environment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</a:rPr>
                        <a:t> Setup</a:t>
                      </a:r>
                      <a:endParaRPr lang="en-US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59202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174C43-2445-5A44-DE5A-BF274237C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624255"/>
              </p:ext>
            </p:extLst>
          </p:nvPr>
        </p:nvGraphicFramePr>
        <p:xfrm>
          <a:off x="9338890" y="1275648"/>
          <a:ext cx="2743200" cy="331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59976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Lecture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</a:rPr>
                        <a:t> - 2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758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b="1" dirty="0">
                          <a:solidFill>
                            <a:srgbClr val="164F8F"/>
                          </a:solidFill>
                        </a:rPr>
                        <a:t>1. Python Installation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740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64F8F"/>
                          </a:solidFill>
                        </a:rPr>
                        <a:t>2. VS Code Installation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085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64F8F"/>
                          </a:solidFill>
                        </a:rPr>
                        <a:t>3. </a:t>
                      </a:r>
                      <a:r>
                        <a:rPr lang="en-US" sz="1800" b="1" dirty="0">
                          <a:solidFill>
                            <a:srgbClr val="164F8F"/>
                          </a:solidFill>
                        </a:rPr>
                        <a:t>Create</a:t>
                      </a:r>
                      <a:r>
                        <a:rPr lang="en-US" sz="1800" b="1" baseline="0" dirty="0">
                          <a:solidFill>
                            <a:srgbClr val="164F8F"/>
                          </a:solidFill>
                        </a:rPr>
                        <a:t> account in GitHub</a:t>
                      </a:r>
                      <a:endParaRPr lang="en-US" sz="1800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74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64F8F"/>
                          </a:solidFill>
                        </a:rPr>
                        <a:t>4. </a:t>
                      </a:r>
                      <a:r>
                        <a:rPr lang="en-US" sz="1800" b="1" dirty="0">
                          <a:solidFill>
                            <a:srgbClr val="164F8F"/>
                          </a:solidFill>
                        </a:rPr>
                        <a:t>GitHub copilot extension in VS code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64F8F"/>
                          </a:solidFill>
                        </a:rPr>
                        <a:t>5. GitHub</a:t>
                      </a:r>
                      <a:r>
                        <a:rPr lang="en-IN" sz="1800" b="1" baseline="0" dirty="0">
                          <a:solidFill>
                            <a:srgbClr val="164F8F"/>
                          </a:solidFill>
                        </a:rPr>
                        <a:t> Copilot Tutorial</a:t>
                      </a:r>
                      <a:endParaRPr lang="en-US" sz="1800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0986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2172010"/>
                  </a:ext>
                </a:extLst>
              </a:tr>
            </a:tbl>
          </a:graphicData>
        </a:graphic>
      </p:graphicFrame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</p:spTree>
    <p:extLst>
      <p:ext uri="{BB962C8B-B14F-4D97-AF65-F5344CB8AC3E}">
        <p14:creationId xmlns:p14="http://schemas.microsoft.com/office/powerpoint/2010/main" val="143416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D16C-EACE-807C-AB29-6D4BBE7A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DA9BF963-A14E-0D23-3CC5-2A29AECF7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DB5567E-5927-9983-2116-CA7232D4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C1B7CF2-B14D-6BDA-CD4A-D84A5D3F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9E1E2-9AD9-535D-2D69-ACE96CF7B40B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14FCD0-21EB-628F-6257-153596366AD3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4B850F-806B-BBFF-1AF4-974F9A13EA87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1B9311-EB0F-91C5-AE6F-9C882E10B2F6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Python Installation</a:t>
              </a:r>
              <a:endParaRPr lang="en-US" sz="2000" dirty="0"/>
            </a:p>
          </p:txBody>
        </p:sp>
      </p:grp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0850" y="1217613"/>
            <a:ext cx="11330333" cy="4878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1723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Python Installation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7026" y="1017968"/>
            <a:ext cx="4697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hlinkClick r:id="rId4"/>
              </a:rPr>
              <a:t>https://www.python.org/downloads/</a:t>
            </a:r>
            <a:endParaRPr lang="en-US" b="1" dirty="0"/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0620" y="2054087"/>
            <a:ext cx="5593590" cy="4134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35757" y="1722781"/>
            <a:ext cx="5857461" cy="4585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Python Editors &amp; IDE​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497" name="Picture 1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65263" y="1603512"/>
            <a:ext cx="3623571" cy="982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1" name="Picture 21" descr="Spyder - DESOSA 202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19200" y="2925160"/>
            <a:ext cx="4306957" cy="2627262"/>
          </a:xfrm>
          <a:prstGeom prst="rect">
            <a:avLst/>
          </a:prstGeom>
          <a:noFill/>
        </p:spPr>
      </p:pic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7" name="Picture 27" descr="Thonny Python Editor gets major 4.0.0 Beta Release #Python #MicroPython «  Adafruit Industries – Makers, hackers, artists, designers and engineers!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702149" y="1014136"/>
            <a:ext cx="4638675" cy="2638426"/>
          </a:xfrm>
          <a:prstGeom prst="rect">
            <a:avLst/>
          </a:prstGeom>
          <a:noFill/>
        </p:spPr>
      </p:pic>
      <p:pic>
        <p:nvPicPr>
          <p:cNvPr id="20509" name="Picture 29" descr="Visual Studio Code brand resources: accessing high-guality vector logo SVG,  brand colors, and more.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318914" y="3955428"/>
            <a:ext cx="2533650" cy="18097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VS Code Installation​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0655" y="1799847"/>
            <a:ext cx="45833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hlinkClick r:id="rId4"/>
              </a:rPr>
              <a:t>https://code.visualstudio.com/download</a:t>
            </a:r>
            <a:endParaRPr lang="en-US" b="1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72662" y="2160104"/>
            <a:ext cx="9578434" cy="4280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VS Code Extensions​ - </a:t>
              </a:r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" name="Picture 23" descr="Githubcopilot.png"/>
          <p:cNvPicPr>
            <a:picLocks noChangeAspect="1"/>
          </p:cNvPicPr>
          <p:nvPr/>
        </p:nvPicPr>
        <p:blipFill>
          <a:blip r:embed="rId4"/>
          <a:srcRect r="14429"/>
          <a:stretch>
            <a:fillRect/>
          </a:stretch>
        </p:blipFill>
        <p:spPr>
          <a:xfrm>
            <a:off x="346221" y="1066255"/>
            <a:ext cx="7485814" cy="544458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70575" y="2335696"/>
            <a:ext cx="3796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must have </a:t>
            </a:r>
            <a:r>
              <a:rPr lang="en-US" b="1" dirty="0" err="1"/>
              <a:t>GitHub</a:t>
            </a:r>
            <a:r>
              <a:rPr lang="en-US" b="1" dirty="0"/>
              <a:t> Copilot enabled on your </a:t>
            </a:r>
            <a:r>
              <a:rPr lang="en-US" b="1" dirty="0" err="1"/>
              <a:t>GitHub</a:t>
            </a:r>
            <a:r>
              <a:rPr lang="en-US" b="1" dirty="0"/>
              <a:t> account</a:t>
            </a:r>
            <a:r>
              <a:rPr lang="en-US" dirty="0"/>
              <a:t> via </a:t>
            </a:r>
            <a:r>
              <a:rPr lang="en-US" dirty="0">
                <a:hlinkClick r:id="rId5"/>
              </a:rPr>
              <a:t>https://github.com/settings/copilot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8130209" y="4109687"/>
            <a:ext cx="38563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works best with popular languages like Python, JavaScript, C++, and more.</a:t>
            </a:r>
          </a:p>
        </p:txBody>
      </p:sp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VS Code Extensions​ - </a:t>
              </a:r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" name="Picture 22" descr="Github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591" y="803777"/>
            <a:ext cx="10557600" cy="556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 Account Details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4755" y="891642"/>
            <a:ext cx="8887723" cy="2696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2919" y="3756833"/>
            <a:ext cx="11678180" cy="2663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643A7A40-1AE6-4218-A8E0-8248174A5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D8AB40A-4374-4897-B5EE-9F8913476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F2E52-7C44-6021-EB4C-760EB2575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892" y="249688"/>
            <a:ext cx="2855734" cy="25855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GitHub Copilot Plans</a:t>
            </a:r>
          </a:p>
        </p:txBody>
      </p:sp>
      <p:grpSp>
        <p:nvGrpSpPr>
          <p:cNvPr id="3" name="Group 55">
            <a:extLst>
              <a:ext uri="{FF2B5EF4-FFF2-40B4-BE49-F238E27FC236}">
                <a16:creationId xmlns:a16="http://schemas.microsoft.com/office/drawing/2014/main" id="{2783379C-045E-4010-ABDC-A270A0AA1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B0AB1BF-11AE-4CFF-85EC-E51DBD316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26548A0-953E-4FBA-97A5-592ACAF42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84FA27B-CD1F-421B-BB4F-B141F02FF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CDBD6AB-1AC7-4807-9C34-01139BB7C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46BE87A-9B4E-5CFA-12FD-E48AB689A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398" y="703248"/>
            <a:ext cx="7619336" cy="59621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B80C2-A431-FCC1-90EC-141D768EAF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F90CC30-37F6-49DC-8F97-9FC4C90ABBE4}" type="datetime1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7/20/2026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4EB93-5340-14C2-8239-0476CA23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FE7C99-B088-4EBB-BFF6-BECCC96D5DD8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6" name="Group 61">
            <a:extLst>
              <a:ext uri="{FF2B5EF4-FFF2-40B4-BE49-F238E27FC236}">
                <a16:creationId xmlns:a16="http://schemas.microsoft.com/office/drawing/2014/main" id="{F5FDDF18-F156-4D2D-82C6-F55008E3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822C29E-FFDD-45BC-A286-9C00C8E2D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9E2381D-1763-4D42-A3A2-B2345DD35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2A622D5-9532-4E0C-B9A8-DAEDD4646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0ABE88-5ADF-4A31-8505-78968DBB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 descr="WhatsApp Image 2024-08-23 at 15.43.17">
            <a:extLst>
              <a:ext uri="{FF2B5EF4-FFF2-40B4-BE49-F238E27FC236}">
                <a16:creationId xmlns:a16="http://schemas.microsoft.com/office/drawing/2014/main" id="{3FE6A829-54AA-00A7-29D7-DC66D3588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11601"/>
            <a:ext cx="1719435" cy="6774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FD9AE5D-B937-61C4-9DA4-7D3DC99EB9A1}"/>
              </a:ext>
            </a:extLst>
          </p:cNvPr>
          <p:cNvSpPr txBox="1">
            <a:spLocks/>
          </p:cNvSpPr>
          <p:nvPr/>
        </p:nvSpPr>
        <p:spPr>
          <a:xfrm>
            <a:off x="2120464" y="53218"/>
            <a:ext cx="9102708" cy="71038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bg1"/>
                </a:solidFill>
              </a:rPr>
              <a:t>Why and which AI-assisted tools to use !!</a:t>
            </a:r>
          </a:p>
        </p:txBody>
      </p:sp>
    </p:spTree>
    <p:extLst>
      <p:ext uri="{BB962C8B-B14F-4D97-AF65-F5344CB8AC3E}">
        <p14:creationId xmlns:p14="http://schemas.microsoft.com/office/powerpoint/2010/main" val="823296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VS Code Extensions​ - </a:t>
              </a:r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1402" y="1045748"/>
            <a:ext cx="5219700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31223" y="1071180"/>
            <a:ext cx="6225552" cy="5292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VS Code Extensions​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" name="Picture 22" descr="Github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591" y="803777"/>
            <a:ext cx="10557600" cy="556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E1696-2964-F1F4-1573-518A4607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CC30-37F6-49DC-8F97-9FC4C90ABBE4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725FA-48C6-EAC3-A426-7532DE2D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BC6A5-D00A-5C2C-B928-48141F3D1438}"/>
              </a:ext>
            </a:extLst>
          </p:cNvPr>
          <p:cNvSpPr txBox="1"/>
          <p:nvPr/>
        </p:nvSpPr>
        <p:spPr>
          <a:xfrm>
            <a:off x="653144" y="1822494"/>
            <a:ext cx="10896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/explain </a:t>
            </a:r>
            <a:r>
              <a:rPr lang="en-US" sz="3000" dirty="0"/>
              <a:t>- Provides an explanation of the selected code.</a:t>
            </a:r>
          </a:p>
          <a:p>
            <a:endParaRPr lang="en-US" sz="3000" dirty="0"/>
          </a:p>
          <a:p>
            <a:r>
              <a:rPr lang="en-US" sz="3000" b="1" dirty="0"/>
              <a:t>/suggest </a:t>
            </a:r>
            <a:r>
              <a:rPr lang="en-US" sz="3000" dirty="0"/>
              <a:t>- Offers code suggestions based on the current context.</a:t>
            </a:r>
          </a:p>
          <a:p>
            <a:endParaRPr lang="en-US" sz="3000" dirty="0"/>
          </a:p>
          <a:p>
            <a:r>
              <a:rPr lang="en-US" sz="3000" b="1" dirty="0"/>
              <a:t>/tests </a:t>
            </a:r>
            <a:r>
              <a:rPr lang="en-US" sz="3000" dirty="0"/>
              <a:t>- Generates unit tests for the selected function or class.</a:t>
            </a:r>
          </a:p>
          <a:p>
            <a:endParaRPr lang="en-US" sz="3000" dirty="0"/>
          </a:p>
          <a:p>
            <a:r>
              <a:rPr lang="en-US" sz="3000" b="1" dirty="0"/>
              <a:t>/comment </a:t>
            </a:r>
            <a:r>
              <a:rPr lang="en-US" sz="3000" dirty="0"/>
              <a:t>- Converts comments into code snippets.</a:t>
            </a:r>
          </a:p>
        </p:txBody>
      </p:sp>
      <p:pic>
        <p:nvPicPr>
          <p:cNvPr id="9" name="Picture 8" descr="WhatsApp Image 2024-08-23 at 15.43.17">
            <a:extLst>
              <a:ext uri="{FF2B5EF4-FFF2-40B4-BE49-F238E27FC236}">
                <a16:creationId xmlns:a16="http://schemas.microsoft.com/office/drawing/2014/main" id="{C665A061-CE78-7F10-23CC-B0E36CFE1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11601"/>
            <a:ext cx="1719435" cy="67744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32FAB78-4EF0-E490-AE12-081AE062E1FD}"/>
              </a:ext>
            </a:extLst>
          </p:cNvPr>
          <p:cNvSpPr txBox="1">
            <a:spLocks/>
          </p:cNvSpPr>
          <p:nvPr/>
        </p:nvSpPr>
        <p:spPr>
          <a:xfrm>
            <a:off x="2120464" y="53218"/>
            <a:ext cx="9102708" cy="71038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Common slash commands and their usage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3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 Enabled VS Code Tutorials ​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43609" y="1053548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Prompt #1: Greet SR University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8592" y="1421089"/>
            <a:ext cx="10321165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 Enabled VS Code  - Tutorials​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43609" y="1053548"/>
            <a:ext cx="460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Prompt #2: </a:t>
            </a:r>
            <a:r>
              <a:rPr lang="en-US" dirty="0"/>
              <a:t>write code for </a:t>
            </a:r>
            <a:r>
              <a:rPr lang="en-US" dirty="0" err="1"/>
              <a:t>fibonacci</a:t>
            </a:r>
            <a:r>
              <a:rPr lang="en-US" dirty="0"/>
              <a:t> function</a:t>
            </a: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16878" y="1451113"/>
            <a:ext cx="10710687" cy="5088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 Enabled VS Code  - Tutorials​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43609" y="1053548"/>
            <a:ext cx="8105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Prompt #3: </a:t>
            </a:r>
            <a:r>
              <a:rPr lang="en-US" dirty="0"/>
              <a:t>write python code for function to calculate area of different shapes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5957" y="1431235"/>
            <a:ext cx="12076043" cy="5158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 – Code Explanation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147" y="1209261"/>
            <a:ext cx="9402693" cy="494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267488" y="914398"/>
            <a:ext cx="3745608" cy="2989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 – Code Review and Comment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1924" y="1026422"/>
            <a:ext cx="5697439" cy="3048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83356" y="1036776"/>
            <a:ext cx="6021801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77870" y="4704500"/>
            <a:ext cx="5716034" cy="1179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 – Generate Document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57390" y="904258"/>
            <a:ext cx="4979505" cy="3727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874643"/>
            <a:ext cx="6871663" cy="5247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 – Fix Bug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3238" y="839236"/>
            <a:ext cx="11688762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77478" y="3796747"/>
            <a:ext cx="7048638" cy="2399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8E20-0F1F-533A-B3E6-5B335EB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92479C09-0005-7CFF-38D5-4F524062C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D30255A-D722-9278-6B86-CDC958DB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D619-C22D-46D8-B505-1861FC119B25}" type="datetime1">
              <a:rPr lang="en-US" smtClean="0"/>
              <a:pPr/>
              <a:t>7/20/2026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162A4D-077F-7925-923D-1DF42476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B023D-D17B-9DDF-D346-3B74179C0858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0112AD-AB0A-FEB7-46DA-462329F16DB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A2A23-91A0-84C9-4153-A9CF1165A86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C8CE0-431A-86E3-F3A3-CE37478C7257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bg1"/>
                  </a:solidFill>
                </a:rPr>
                <a:t>GitHub</a:t>
              </a:r>
              <a:r>
                <a:rPr lang="en-US" sz="2000" b="1" dirty="0">
                  <a:solidFill>
                    <a:schemeClr val="bg1"/>
                  </a:solidFill>
                </a:rPr>
                <a:t> Copilot – Generate Test Cases</a:t>
              </a:r>
              <a:endParaRPr lang="en-US" sz="2000" dirty="0"/>
            </a:p>
          </p:txBody>
        </p:sp>
      </p:grp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3074" name="AutoShape 2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A blue screen with yellow text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0482" name="AutoShape 2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6" name="AutoShape 6" descr="PyCharm's top features. [Hidden] qualities of one of the most… | by Nicolò  Gasparini | Analytics Vidhya | Medium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0" name="AutoShape 10" descr="Top 5 Best Python IDE to use in 2024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2" name="AutoShape 12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4" name="AutoShape 14" descr="Top 5 Best Python IDE to use in 2024 | Keploy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6" name="AutoShape 16" descr="https://wp.keploy.io/wp-content/uploads/2024/10/PyChar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3" name="AutoShape 23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5" name="AutoShape 25" descr="Thonny Python Editor gets major 4.0.0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" y="1043608"/>
            <a:ext cx="5893905" cy="3496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41003" y="969687"/>
            <a:ext cx="7021512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2315" y="4864584"/>
            <a:ext cx="7993062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2629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0818-8EE1-434A-BBF0-6B5B0F8B399A}" type="datetime1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592879" y="2967335"/>
            <a:ext cx="36601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4768</TotalTime>
  <Words>489</Words>
  <Application>Microsoft Office PowerPoint</Application>
  <PresentationFormat>Widescreen</PresentationFormat>
  <Paragraphs>165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GitHub Copilot Plans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Sujoy  Saha</dc:creator>
  <cp:lastModifiedBy>venkataramana veeramsetty</cp:lastModifiedBy>
  <cp:revision>87</cp:revision>
  <dcterms:created xsi:type="dcterms:W3CDTF">2025-01-02T14:33:31Z</dcterms:created>
  <dcterms:modified xsi:type="dcterms:W3CDTF">2026-07-20T08:22:38Z</dcterms:modified>
</cp:coreProperties>
</file>